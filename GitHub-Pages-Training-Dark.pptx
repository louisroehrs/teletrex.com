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Helvetica Neue"/>
              </a:rPr>
              <a:t>TRAINING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0" i="0">
                <a:solidFill>
                  <a:srgbClr val="FFFFFF"/>
                </a:solidFill>
                <a:latin typeface="Georgia"/>
              </a:rPr>
              <a:t>Deploy Your First Website
to 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949E"/>
                </a:solidFill>
                <a:latin typeface="Helvetica Neue"/>
              </a:rPr>
              <a:t>Manual deployment → automated with a Claude Code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0363D"/>
                </a:solidFill>
                <a:latin typeface="Helvetica Neue"/>
              </a:rPr>
              <a:t>TeleTrex  ·  Mountain View,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Georgia"/>
              </a:rPr>
              <a:t>Part 1 — Manual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922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Create a repo, push your code, enable GitHub Pages step by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40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Georgia"/>
              </a:rPr>
              <a:t>Part 2 — Automate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5234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Build a /deploy-github-pages Claude Code skill that does all of Part 1 in one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Helvetica Neue"/>
              </a:rPr>
              <a:t>Prerequisites: a GitHub account, Git installed, and a text editor.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0A4A45"/>
                </a:solidFill>
                <a:latin typeface="Georgia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Georgia"/>
              </a:rPr>
              <a:t>The Manual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949E"/>
                </a:solidFill>
                <a:latin typeface="Helvetica Neue"/>
              </a:rPr>
              <a:t>Six steps from zero to a live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What is GitHub Pages?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Helvetica Neue"/>
              </a:rPr>
              <a:t>   Free static website hosting provided by GitHub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  <a:latin typeface="Helvetica Neue"/>
              </a:rPr>
              <a:t>   Serves HTML, CSS, JS and images directly from a repository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  <a:latin typeface="Helvetica Neue"/>
              </a:rPr>
              <a:t>   Instant HTTPS — no configuration needed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  <a:latin typeface="Helvetica Neue"/>
              </a:rPr>
              <a:t>   Custom domains supported (CNAME file)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  <a:latin typeface="Helvetica Neue"/>
              </a:rPr>
              <a:t>   Deploys automatically on every push to your chosen branch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  <a:latin typeface="Helvetica Neue"/>
              </a:rPr>
              <a:t>   Free for public repos; private repos need GitHub Pro or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3246120" cy="38404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50800" cy="3840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Helvetica Neue"/>
              </a:rPr>
              <a:t>Your URL will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659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username
.github.io
/repo-name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Helvetica Neue"/>
              </a:rPr>
              <a:t>e.g. acme.github.io/landing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Before you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3560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3258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GitHub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2588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EC9A0"/>
                </a:solidFill>
                <a:latin typeface="Courier New"/>
              </a:rPr>
              <a:t>github.com/signup —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647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5856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4884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EC9A0"/>
                </a:solidFill>
                <a:latin typeface="Courier New"/>
              </a:rPr>
              <a:t>git-scm.com  or  brew install git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9718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GitHub CLI (gh)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7180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EC9A0"/>
                </a:solidFill>
                <a:latin typeface="Courier New"/>
              </a:rPr>
              <a:t>cli.github.com  or  brew install gh  — optional but handy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1071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0448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9476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A text editor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9476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EC9A0"/>
                </a:solidFill>
                <a:latin typeface="Courier New"/>
              </a:rPr>
              <a:t>VS Code, Cursor, Notepad — anything 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3367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72744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177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A 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1772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EC9A0"/>
                </a:solidFill>
                <a:latin typeface="Courier New"/>
              </a:rPr>
              <a:t>Terminal.app, iTerm, Windows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05663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STEP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Create your HTML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Helvetica Neue"/>
              </a:rPr>
              <a:t>Create a folder for your project and add a file named index.html — GitHub Pages serves this as your homepage.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&lt;!-- index.html --&gt;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&lt;!DOCTYPE html&gt;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&lt;html lang="en"&gt;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&lt;head&gt;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&lt;meta charset="UTF-8" /&gt;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&lt;title&gt;My First Site&lt;/title&gt;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&lt;/head&gt;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&lt;body&gt;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&lt;h1&gt;Hello from GitHub Pages!&lt;/h1&gt;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&lt;p&gt;My first live website.&lt;/p&gt;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&lt;/body&gt;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&lt;/html&gt;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A16"/>
                </a:solidFill>
                <a:latin typeface="Helvetica Neue"/>
              </a:rPr>
              <a:t>⚠  The file must be named exactly index.html (all lowercase). Any other name won't be served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STEP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Initialize a Git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Helvetica Neue"/>
              </a:rPr>
              <a:t>In your terminal, navigate to your project folder and run: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858000" cy="466344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6309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Navigate to your project folder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cd ~/projects/my-site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Initialise a new git repository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init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Stage all files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add 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Create your first commit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commit -m "Initial commit"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828800"/>
            <a:ext cx="3520440" cy="29260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828800"/>
            <a:ext cx="50800" cy="2926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Helvetica Neue"/>
              </a:rPr>
              <a:t>What this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8B949E"/>
                </a:solidFill>
                <a:latin typeface="Helvetica Neue"/>
              </a:rPr>
              <a:t>• git init — creates a hidden .git folder that tracks changes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8B949E"/>
                </a:solidFill>
                <a:latin typeface="Helvetica Neue"/>
              </a:rPr>
              <a:t>• git add . — stages every file in the folder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8B949E"/>
                </a:solidFill>
                <a:latin typeface="Helvetica Neue"/>
              </a:rPr>
              <a:t>• git commit — saves a snapshot you can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STEP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Create a GitHub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Option A — GitHub website (UI)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8B949E"/>
                </a:solidFill>
                <a:latin typeface="Helvetica Neue"/>
              </a:rPr>
              <a:t>   Go to github.com and sign in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8B949E"/>
                </a:solidFill>
                <a:latin typeface="Helvetica Neue"/>
              </a:rPr>
              <a:t>   Click  +  →  New repository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8B949E"/>
                </a:solidFill>
                <a:latin typeface="Helvetica Neue"/>
              </a:rPr>
              <a:t>   Name it  my-site  (or anything you like)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8B949E"/>
                </a:solidFill>
                <a:latin typeface="Helvetica Neue"/>
              </a:rPr>
              <a:t>   Set visibility to Public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8B949E"/>
                </a:solidFill>
                <a:latin typeface="Helvetica Neue"/>
              </a:rPr>
              <a:t>   Do NOT initialise with a README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8B949E"/>
                </a:solidFill>
                <a:latin typeface="Helvetica Neue"/>
              </a:rPr>
              <a:t>   Click  Create 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12700" cy="53035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D4BF"/>
                </a:solidFill>
                <a:latin typeface="Georgia"/>
              </a:rPr>
              <a:t>Option B — GitHub CLI (faster)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If you have gh installed and authenticated: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94560"/>
            <a:ext cx="5349240" cy="384048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377440"/>
            <a:ext cx="4800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One command creates the repo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gh repo create my-site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--public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--source=.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--remote=origin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--push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# Then skip to slide 10!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STEP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Push your code to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  <a:latin typeface="Helvetica Neue"/>
              </a:rPr>
              <a:t>Connect your local repo to GitHub, then push. Copy the URL from the repo page you just created.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8046720" cy="448056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399"/>
            <a:ext cx="7498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Add GitHub as the remote named 'origin'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remote add origin https://github.com/YOU/my-site.git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Rename the default branch to 'main' (GitHub's default)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branch -M main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Push and set upstream tracking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git push -u origin main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Future pushes are just: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874519"/>
            <a:ext cx="2514600" cy="2011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0" y="1874519"/>
            <a:ext cx="50800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Helvetica Neue"/>
              </a:rPr>
              <a:t>Replace YOU with
your GitHub 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STEP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Enable GitHub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Option A — GitHub website (UI)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1907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4650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465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Open your repo on github.com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35915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38658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865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Click  Settings  (top tab row)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9923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02666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2666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Scroll to  Pages  in the left sidebar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63931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66674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667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Under Source, select  "Deploy from a branch"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7939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430682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068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Branch: main  /  Folder: / (root)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91947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94690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469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Click  Save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234440"/>
            <a:ext cx="12700" cy="53035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D4BF"/>
                </a:solidFill>
                <a:latin typeface="Georgia"/>
              </a:rPr>
              <a:t>Option B — GitHub CLI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783080"/>
            <a:ext cx="5349240" cy="457200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1965960"/>
            <a:ext cx="4800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Enable Pages via the gh CLI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gh api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-X POST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/repos/YOU/my-site/pages \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-f source[branch]=main \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-f source[path]=/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Check deployment status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gh api /repos/YOU/my-site/pages \</a:t>
            </a:r>
          </a:p>
          <a:p>
            <a:r>
              <a:rPr sz="1500">
                <a:solidFill>
                  <a:srgbClr val="61AFEF"/>
                </a:solidFill>
                <a:latin typeface="Courier New"/>
              </a:rPr>
              <a:t>  --jq '.html_url'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Helvetica Neue"/>
              </a:rPr>
              <a:t>STEP 6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Georgia"/>
              </a:rPr>
              <a:t>Your site is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  <a:latin typeface="Helvetica Neue"/>
              </a:rPr>
              <a:t>Visit it 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EC9A0"/>
                </a:solidFill>
                <a:latin typeface="Courier New"/>
              </a:rPr>
              <a:t>https://YOUR-USERNAME.github.io/my-site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0060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8B949E"/>
                </a:solidFill>
                <a:latin typeface="Helvetica Neue"/>
              </a:rPr>
              <a:t>   It takes ~60 seconds for the first deployment to go live</a:t>
            </a:r>
          </a:p>
          <a:p>
            <a:pPr algn="l">
              <a:spcBef>
                <a:spcPts val="800"/>
              </a:spcBef>
            </a:pPr>
            <a:r>
              <a:rPr sz="1800">
                <a:solidFill>
                  <a:srgbClr val="8B949E"/>
                </a:solidFill>
                <a:latin typeface="Helvetica Neue"/>
              </a:rPr>
              <a:t>   Check the  Actions  tab in your repo to watch the deploy progress</a:t>
            </a:r>
          </a:p>
          <a:p>
            <a:pPr algn="l">
              <a:spcBef>
                <a:spcPts val="800"/>
              </a:spcBef>
            </a:pPr>
            <a:r>
              <a:rPr sz="1800">
                <a:solidFill>
                  <a:srgbClr val="8B949E"/>
                </a:solidFill>
                <a:latin typeface="Helvetica Neue"/>
              </a:rPr>
              <a:t>   Every git push to main will auto-redeploy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Common gotchas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280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File named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Must be exactly  index.html  — not  Index.html,  home.html,  or  index.htm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76272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Repo is 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GitHub Pages on private repos requires GitHub Pro, Team, or Enterprise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4203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80944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895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Site not updated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89504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First deploy takes ~60 s. After that, changes propagate in 1–2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46704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85616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941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404 on all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94176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Pages is enabled but pointing at the wrong branch or folder — re-check Settings → Pages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51376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590288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98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Authentication error on 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9884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Run  gh auth login  or create a Personal Access Token at github.com/settings/tokens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56048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0A4A45"/>
                </a:solidFill>
                <a:latin typeface="Georgia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Georgia"/>
              </a:rPr>
              <a:t>Automate It with
a Claude Code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949E"/>
                </a:solidFill>
                <a:latin typeface="Helvetica Neue"/>
              </a:rPr>
              <a:t>One command. All six steps.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What is a Claude Code skill?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8B949E"/>
                </a:solidFill>
                <a:latin typeface="Helvetica Neue"/>
              </a:rPr>
              <a:t>   A custom  /slash-command  you define for Claude Code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8B949E"/>
                </a:solidFill>
                <a:latin typeface="Helvetica Neue"/>
              </a:rPr>
              <a:t>   Stored as a Markdown file in  ~/.claude/commands/  (user-wide) or  .claude/commands/  (per-project)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8B949E"/>
                </a:solidFill>
                <a:latin typeface="Helvetica Neue"/>
              </a:rPr>
              <a:t>   When invoked, Claude reads the file and follows the instructions — it can run shell commands, edit files, call APIs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8B949E"/>
                </a:solidFill>
                <a:latin typeface="Helvetica Neue"/>
              </a:rPr>
              <a:t>   Accepts optional  $ARGUMENTS  so you can parameterize the command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8B949E"/>
                </a:solidFill>
                <a:latin typeface="Helvetica Neue"/>
              </a:rPr>
              <a:t>   No plugin system, no build step — just a .md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61872"/>
            <a:ext cx="3429000" cy="320040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44752"/>
            <a:ext cx="288036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~/.claude/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└── commands/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  ├── deploy-github-pages.md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 ├── create-pr.md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 └── run-tests.md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Invoke it in Claude Code: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989320"/>
            <a:ext cx="10698480" cy="68580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617220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/>
              </a:rPr>
              <a:t>/deploy-github-pages my-landing-page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What the skill does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289304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316736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Check prerequisites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618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Verifies git and gh are installed and gh is authenticated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084832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0299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Git init if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2996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Runs git init, git add ., git commit if no repo exists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05456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825496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852928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7980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Create GitHub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9806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gh repo create  — public, no README, sets origin remote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7355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62102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566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Push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5661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git push -u origin main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41648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361688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4389120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3342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Enable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33425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GitHub API call via gh api to activate Pages on main 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809744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5129784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5157216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5102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Return live URL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1023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Polls until the site is live, then prints the 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THE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deploy-github-pages.md — the skill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D4BF"/>
                </a:solidFill>
                <a:latin typeface="Courier New"/>
              </a:rPr>
              <a:t>Saved to  ~/.claude/commands/deploy-github-pages.md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0698480" cy="502920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1498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---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description: Deploy the current project to GitHub Pages</a:t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---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Deploy this project to GitHub Pages.</a:t>
            </a:r>
          </a:p>
          <a:p>
            <a:r>
              <a:rPr sz="1500">
                <a:solidFill>
                  <a:srgbClr val="61AFEF"/>
                </a:solidFill>
                <a:latin typeface="Courier New"/>
              </a:rPr>
              <a:t>Repo name (optional): $ARGUMENTS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1. Verify git is installed. If not, tell the user and stop.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2. Verify gh is installed and authenticated (gh auth status).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If not authenticated, run gh auth login and wait.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3. If no .git folder exists: git init, git add ., git commit.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4. If no remote 'origin': gh repo create $ARGUMENTS --public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--source=. --remote=origin --push, then skip step 5.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5. Otherwise: git push -u origin main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6. Enable Pages: gh api -X POST /repos/{owner}/{repo}/pages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-f source[branch]=main -f source[path]=/ (ignore 409).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7. Poll gh api /repos/{owner}/{repo}/pages --jq .html_url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 until it returns a URL. Print: 'Live at &lt;url&gt;'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Helvetica Neue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How to use the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949E"/>
                </a:solidFill>
                <a:latin typeface="Helvetica Neue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Georgia"/>
              </a:rPr>
              <a:t>1. Install the skill (once)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5212080" cy="292608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46634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Create the commands directory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mkdir -p ~/.claude/commands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Copy the skill file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cp deploy-github-pages.md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~/.claude/commands/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12700" cy="53035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D4BF"/>
                </a:solidFill>
                <a:latin typeface="Georgia"/>
              </a:rPr>
              <a:t>2. Run it from any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556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In Claude Code, just type: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176272"/>
            <a:ext cx="5349240" cy="2743200"/>
          </a:xfrm>
          <a:prstGeom prst="rect">
            <a:avLst/>
          </a:prstGeom>
          <a:solidFill>
            <a:srgbClr val="1A233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59152"/>
            <a:ext cx="4800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With an auto-generated name: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/deploy-github-pages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Or specify the repo name: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/deploy-github-pages my-landing-page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074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Helvetica Neue"/>
              </a:rPr>
              <a:t>Claude will check prerequisites, create the repo,
push your code, enable Pages, and return your live URL — all without leaving your editor.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0725912" cy="169164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50800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Part 1 in a single command. Part 2 is just /deploy-github-pages.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Helvetica Neue"/>
              </a:rPr>
              <a:t>The skill handles every edge case: no git repo, no remote, Pages already enabled — all gracefully.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TeleTrex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Georgia"/>
              </a:rPr>
              <a:t>You're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8B949E"/>
                </a:solidFill>
                <a:latin typeface="Helvetica Neue"/>
              </a:rPr>
              <a:t>   Manual: 6 steps, ~5 minutes, zero cost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8B949E"/>
                </a:solidFill>
                <a:latin typeface="Helvetica Neue"/>
              </a:rPr>
              <a:t>   Automated: /deploy-github-pages, ~30 seconds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8B949E"/>
                </a:solidFill>
                <a:latin typeface="Helvetica Neue"/>
              </a:rPr>
              <a:t>   Skill file lives in ~/.claude/commands/ — works in any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72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0363D"/>
                </a:solidFill>
                <a:latin typeface="Helvetica Neue"/>
              </a:rPr>
              <a:t>teletrex.com  ·  Mountain View,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