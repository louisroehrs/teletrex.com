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0"/>
            <a:ext cx="50800" cy="2377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766E"/>
                </a:solidFill>
                <a:latin typeface="Georgia"/>
              </a:rPr>
              <a:t>TELETREX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0" i="0">
                <a:solidFill>
                  <a:srgbClr val="1C1917"/>
                </a:solidFill>
                <a:latin typeface="Georgia"/>
              </a:rPr>
              <a:t>Presentation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534E"/>
                </a:solidFill>
                <a:latin typeface="Helvetica Neue"/>
              </a:rPr>
              <a:t>Subtitle or tagline — one line of supporting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Month Year  · 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A7F3D0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Georgia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F3D0"/>
                </a:solidFill>
                <a:latin typeface="Helvetica Neue"/>
              </a:rPr>
              <a:t>Brief description of what this section covers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C1917"/>
                </a:solidFill>
                <a:latin typeface="Georgia"/>
              </a:rPr>
              <a:t>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2100">
                <a:solidFill>
                  <a:srgbClr val="1C1917"/>
                </a:solidFill>
                <a:latin typeface="Helvetica Neue"/>
              </a:rPr>
              <a:t>  Key point or main idea goes here</a:t>
            </a:r>
          </a:p>
          <a:p>
            <a:pPr algn="l">
              <a:spcBef>
                <a:spcPts val="800"/>
              </a:spcBef>
            </a:pPr>
            <a:r>
              <a:rPr sz="2100">
                <a:solidFill>
                  <a:srgbClr val="1C1917"/>
                </a:solidFill>
                <a:latin typeface="Helvetica Neue"/>
              </a:rPr>
              <a:t>  Supporting detail or elaboration on this topic continues here</a:t>
            </a:r>
          </a:p>
          <a:p>
            <a:pPr algn="l">
              <a:spcBef>
                <a:spcPts val="800"/>
              </a:spcBef>
            </a:pPr>
            <a:r>
              <a:rPr sz="2100">
                <a:solidFill>
                  <a:srgbClr val="1C1917"/>
                </a:solidFill>
                <a:latin typeface="Helvetica Neue"/>
              </a:rPr>
              <a:t>  Another important point that adds value to the narrative</a:t>
            </a:r>
          </a:p>
          <a:p>
            <a:pPr algn="l">
              <a:spcBef>
                <a:spcPts val="800"/>
              </a:spcBef>
            </a:pPr>
            <a:r>
              <a:rPr sz="2100">
                <a:solidFill>
                  <a:srgbClr val="1C1917"/>
                </a:solidFill>
                <a:latin typeface="Helvetica Neue"/>
              </a:rPr>
              <a:t>  Final supporting point with relevant context and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C1917"/>
                </a:solidFill>
                <a:latin typeface="Georgia"/>
              </a:rPr>
              <a:t>Content with Callout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Key point or main idea goes here</a:t>
            </a:r>
          </a:p>
          <a:p>
            <a:pPr algn="l">
              <a:spcBef>
                <a:spcPts val="8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Supporting detail or elaboration continues naturally</a:t>
            </a:r>
          </a:p>
          <a:p>
            <a:pPr algn="l">
              <a:spcBef>
                <a:spcPts val="8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Another important point that adds value</a:t>
            </a:r>
          </a:p>
          <a:p>
            <a:pPr algn="l">
              <a:spcBef>
                <a:spcPts val="8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Final supporting point with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234440"/>
            <a:ext cx="3474720" cy="516636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234440"/>
            <a:ext cx="50800" cy="5166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766E"/>
                </a:solidFill>
                <a:latin typeface="Georgia"/>
              </a:rP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Helvetica Neue"/>
              </a:rPr>
              <a:t>A short, memorable takeaway or supporting statistic that reinforces the main narrative.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C1917"/>
                </a:solidFill>
                <a:latin typeface="Georgia"/>
              </a:rPr>
              <a:t>Two-Column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766E"/>
                </a:solidFill>
                <a:latin typeface="Georgia"/>
              </a:rPr>
              <a:t>Left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First point in the left column</a:t>
            </a:r>
          </a:p>
          <a:p>
            <a:pPr algn="l">
              <a:spcBef>
                <a:spcPts val="8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Second supporting detail or insight</a:t>
            </a:r>
          </a:p>
          <a:p>
            <a:pPr algn="l">
              <a:spcBef>
                <a:spcPts val="8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Third point with relevant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2698" y="1234440"/>
            <a:ext cx="12700" cy="521208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766E"/>
                </a:solidFill>
                <a:latin typeface="Georgia"/>
              </a:rPr>
              <a:t>Right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First point in the right column</a:t>
            </a:r>
          </a:p>
          <a:p>
            <a:pPr algn="l">
              <a:spcBef>
                <a:spcPts val="8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Second supporting detail or insight</a:t>
            </a:r>
          </a:p>
          <a:p>
            <a:pPr algn="l">
              <a:spcBef>
                <a:spcPts val="8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Third point with relevant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0" i="0">
                <a:solidFill>
                  <a:srgbClr val="0F766E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C1917"/>
                </a:solidFill>
                <a:latin typeface="Georgia"/>
              </a:rPr>
              <a:t>A compelling quote, key insight, or statement you want the audience to remember. Keep it concise and impactful.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572000"/>
            <a:ext cx="50292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7534E"/>
                </a:solidFill>
                <a:latin typeface="Helvetica Neue"/>
              </a:rPr>
              <a:t>— Name, Title / Company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C1917"/>
                </a:solidFill>
                <a:latin typeface="Georgia"/>
              </a:rPr>
              <a:t>Key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0F766E"/>
                </a:solidFill>
                <a:latin typeface="Georgia"/>
              </a:rPr>
              <a:t>42%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41148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917"/>
                </a:solidFill>
                <a:latin typeface="Helvetica Neue"/>
              </a:rPr>
              <a:t>Metric Label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Short description of what this number means and why it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4173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0F766E"/>
                </a:solidFill>
                <a:latin typeface="Georgia"/>
              </a:rPr>
              <a:t>2.4×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3063240"/>
            <a:ext cx="41148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917"/>
                </a:solidFill>
                <a:latin typeface="Helvetica Neue"/>
              </a:rPr>
              <a:t>Metric Label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374903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Short description of what this number means and why it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14173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0F766E"/>
                </a:solidFill>
                <a:latin typeface="Georgia"/>
              </a:rPr>
              <a:t>$1M+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9831" y="3063240"/>
            <a:ext cx="41148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917"/>
                </a:solidFill>
                <a:latin typeface="Helvetica Neue"/>
              </a:rPr>
              <a:t>Metric Label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374903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Short description of what this number means and why it matters.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C1917"/>
                </a:solidFill>
                <a:latin typeface="Georgia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766E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917"/>
                </a:solidFill>
                <a:latin typeface="Georgia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0992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Context and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67128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917"/>
                </a:solidFill>
                <a:latin typeface="Georgia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7004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What we're solving and 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27248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766E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917"/>
                </a:solidFill>
                <a:latin typeface="Georgia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301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Our approach and methodology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87368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766E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917"/>
                </a:solidFill>
                <a:latin typeface="Georgia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9028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Outcomes, metrics, and proof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47488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663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766E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917"/>
                </a:solidFill>
                <a:latin typeface="Georgia"/>
              </a:rPr>
              <a:t>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55040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7534E"/>
                </a:solidFill>
                <a:latin typeface="Helvetica Neue"/>
              </a:rPr>
              <a:t>Timeline, actions, and owners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TeleTrex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0" i="0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7F3D0"/>
                </a:solidFill>
                <a:latin typeface="Helvetica Neue"/>
              </a:rPr>
              <a:t>teletrex.com  ·  hello@teletrex.com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